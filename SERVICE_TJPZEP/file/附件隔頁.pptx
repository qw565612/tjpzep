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39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27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81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4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58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187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30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93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89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915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68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91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E2153-612C-4AA8-B9E0-DE38BA7BA945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E1605-59DE-4D64-B3C1-5CD73AF448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311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05102" y="3907910"/>
            <a:ext cx="274947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附件一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endPara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鐵道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橋梁介接數據說明</a:t>
            </a:r>
          </a:p>
        </p:txBody>
      </p:sp>
    </p:spTree>
    <p:extLst>
      <p:ext uri="{BB962C8B-B14F-4D97-AF65-F5344CB8AC3E}">
        <p14:creationId xmlns:p14="http://schemas.microsoft.com/office/powerpoint/2010/main" val="746044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20381" y="3907910"/>
            <a:ext cx="351891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附件二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endPara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通系統資安防護基準檢核</a:t>
            </a:r>
            <a:r>
              <a:rPr lang="zh-TW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589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21</Words>
  <Application>Microsoft Office PowerPoint</Application>
  <PresentationFormat>自訂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>中興工程顧問股份有限公司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李詠緹</dc:creator>
  <cp:lastModifiedBy>李詠緹</cp:lastModifiedBy>
  <cp:revision>2</cp:revision>
  <dcterms:created xsi:type="dcterms:W3CDTF">2025-03-13T03:19:56Z</dcterms:created>
  <dcterms:modified xsi:type="dcterms:W3CDTF">2025-03-13T03:39:59Z</dcterms:modified>
</cp:coreProperties>
</file>